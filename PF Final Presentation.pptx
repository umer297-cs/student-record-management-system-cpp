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5" r:id="rId1"/>
  </p:sldMasterIdLst>
  <p:notesMasterIdLst>
    <p:notesMasterId r:id="rId18"/>
  </p:notesMasterIdLst>
  <p:sldIdLst>
    <p:sldId id="256" r:id="rId2"/>
    <p:sldId id="257" r:id="rId3"/>
    <p:sldId id="269" r:id="rId4"/>
    <p:sldId id="275" r:id="rId5"/>
    <p:sldId id="259" r:id="rId6"/>
    <p:sldId id="262" r:id="rId7"/>
    <p:sldId id="264" r:id="rId8"/>
    <p:sldId id="272" r:id="rId9"/>
    <p:sldId id="265" r:id="rId10"/>
    <p:sldId id="276" r:id="rId11"/>
    <p:sldId id="266" r:id="rId12"/>
    <p:sldId id="267" r:id="rId13"/>
    <p:sldId id="268" r:id="rId14"/>
    <p:sldId id="271" r:id="rId15"/>
    <p:sldId id="273" r:id="rId16"/>
    <p:sldId id="274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CD"/>
    <a:srgbClr val="2D8CFF"/>
    <a:srgbClr val="9189FF"/>
    <a:srgbClr val="FFF533"/>
    <a:srgbClr val="CB8E3D"/>
    <a:srgbClr val="EAB05C"/>
    <a:srgbClr val="FF6DEA"/>
    <a:srgbClr val="DD87A6"/>
    <a:srgbClr val="BA2D1C"/>
    <a:srgbClr val="FF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28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54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 b="1"/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7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5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3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3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1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5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7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5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8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6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5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309274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2454"/>
            <a:ext cx="7475220" cy="2276856"/>
          </a:xfrm>
        </p:spPr>
        <p:txBody>
          <a:bodyPr/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record management system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487980"/>
            <a:ext cx="3512215" cy="1536428"/>
          </a:xfrm>
        </p:spPr>
        <p:txBody>
          <a:bodyPr>
            <a:normAutofit fontScale="70000" lnSpcReduction="20000"/>
          </a:bodyPr>
          <a:lstStyle/>
          <a:p>
            <a:r>
              <a:rPr lang="en-US" sz="1800" b="1" i="1" dirty="0"/>
              <a:t>Section : N</a:t>
            </a:r>
          </a:p>
          <a:p>
            <a:r>
              <a:rPr lang="en-US" sz="1800" b="1" i="1" dirty="0"/>
              <a:t>Submitted by: </a:t>
            </a:r>
          </a:p>
          <a:p>
            <a:r>
              <a:rPr lang="en-US" sz="1800" b="1" i="1" dirty="0"/>
              <a:t>		Afsa Atiq (693)</a:t>
            </a:r>
          </a:p>
          <a:p>
            <a:r>
              <a:rPr lang="en-US" sz="1800" b="1" i="1" dirty="0"/>
              <a:t>		M Umer Shahzad (297)</a:t>
            </a:r>
          </a:p>
          <a:p>
            <a:r>
              <a:rPr lang="en-US" sz="1800" b="1" i="1" dirty="0"/>
              <a:t>		M Hassaan (677)</a:t>
            </a:r>
          </a:p>
          <a:p>
            <a:r>
              <a:rPr lang="en-US" sz="1800" b="1" i="1" dirty="0"/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E53F006-8793-CB5A-A63C-249365579802}"/>
              </a:ext>
            </a:extLst>
          </p:cNvPr>
          <p:cNvSpPr txBox="1">
            <a:spLocks/>
          </p:cNvSpPr>
          <p:nvPr/>
        </p:nvSpPr>
        <p:spPr>
          <a:xfrm>
            <a:off x="5640935" y="4077529"/>
            <a:ext cx="3359510" cy="768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i="1" dirty="0"/>
              <a:t>Submitted to: </a:t>
            </a:r>
          </a:p>
          <a:p>
            <a:r>
              <a:rPr lang="en-US" sz="1400" b="1" i="1" dirty="0"/>
              <a:t>		Sir Asad </a:t>
            </a:r>
            <a:r>
              <a:rPr lang="en-US" sz="1400" b="1" i="1" dirty="0" err="1"/>
              <a:t>ullah</a:t>
            </a:r>
            <a:r>
              <a:rPr lang="en-US" sz="1400" b="1" i="1" dirty="0"/>
              <a:t> Khalid</a:t>
            </a:r>
          </a:p>
          <a:p>
            <a:r>
              <a:rPr lang="en-US" sz="1800" b="1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586585"/>
            <a:ext cx="7543800" cy="1207008"/>
          </a:xfrm>
        </p:spPr>
        <p:txBody>
          <a:bodyPr>
            <a:normAutofit/>
          </a:bodyPr>
          <a:lstStyle/>
          <a:p>
            <a:r>
              <a:rPr lang="en-US" i="1" dirty="0"/>
              <a:t>Introduction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960930"/>
            <a:ext cx="7543800" cy="30380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Overview of the program and its purpose.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Program flowchart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Conclusion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QnA</a:t>
            </a:r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Login/ Signup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Program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375" y="1570482"/>
            <a:ext cx="7543800" cy="3038094"/>
          </a:xfrm>
        </p:spPr>
        <p:txBody>
          <a:bodyPr/>
          <a:lstStyle/>
          <a:p>
            <a:r>
              <a:rPr lang="en-US" sz="2000" dirty="0"/>
              <a:t>Flowchart</a:t>
            </a:r>
            <a:r>
              <a:rPr lang="en-US" dirty="0"/>
              <a:t>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2386" y="2722870"/>
            <a:ext cx="916230" cy="610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4545" y="2722870"/>
            <a:ext cx="763525" cy="610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Exit 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1351" y="2740822"/>
            <a:ext cx="916230" cy="6108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5418" y="2778926"/>
            <a:ext cx="1114660" cy="6108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</a:p>
          <a:p>
            <a:pPr algn="ctr"/>
            <a:r>
              <a:rPr lang="en-US" dirty="0"/>
              <a:t>state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3640" y="2777490"/>
            <a:ext cx="1127343" cy="6108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call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18616" y="2970672"/>
            <a:ext cx="663167" cy="15112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3310504" y="2986028"/>
            <a:ext cx="637754" cy="15112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5071633" y="3007340"/>
            <a:ext cx="667837" cy="15112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6912538" y="3023471"/>
            <a:ext cx="713562" cy="11885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3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EA0-8F19-5962-358D-BDCBE0CB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128470"/>
            <a:ext cx="7543800" cy="1207008"/>
          </a:xfrm>
        </p:spPr>
        <p:txBody>
          <a:bodyPr/>
          <a:lstStyle/>
          <a:p>
            <a:r>
              <a:rPr lang="en-US" i="1" dirty="0"/>
              <a:t>Login / </a:t>
            </a:r>
            <a:r>
              <a:rPr lang="en-US" i="1" dirty="0" err="1"/>
              <a:t>SignUp</a:t>
            </a:r>
            <a:endParaRPr lang="en-RW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2C802-C52E-C91F-8FC2-BB9DA714BDC3}"/>
              </a:ext>
            </a:extLst>
          </p:cNvPr>
          <p:cNvSpPr txBox="1"/>
          <p:nvPr/>
        </p:nvSpPr>
        <p:spPr>
          <a:xfrm>
            <a:off x="625675" y="1197405"/>
            <a:ext cx="789264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dirty="0">
                <a:effectLst/>
                <a:latin typeface="Söhne"/>
              </a:rPr>
              <a:t>Objective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Implement a basic user authentication system with options for login, signup,   and password recovery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Console Screen: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65587-6474-E18F-0CB3-B75DED86C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00" y="2739087"/>
            <a:ext cx="5141714" cy="213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637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6365" y="891995"/>
            <a:ext cx="7543800" cy="1207008"/>
          </a:xfrm>
        </p:spPr>
        <p:txBody>
          <a:bodyPr>
            <a:normAutofit/>
          </a:bodyPr>
          <a:lstStyle/>
          <a:p>
            <a:r>
              <a:rPr lang="en-US" i="1" dirty="0"/>
              <a:t>Menu Options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1808225"/>
            <a:ext cx="7543800" cy="30380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 Record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Display Records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Modify Record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Delete Record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Logout</a:t>
            </a:r>
          </a:p>
          <a:p>
            <a:pPr marL="0" indent="0">
              <a:buNone/>
            </a:pPr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543800" cy="1207008"/>
          </a:xfrm>
        </p:spPr>
        <p:txBody>
          <a:bodyPr/>
          <a:lstStyle/>
          <a:p>
            <a:r>
              <a:rPr lang="en-US" i="1" dirty="0"/>
              <a:t>Add Record Function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8965" y="1350111"/>
            <a:ext cx="687172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Functionality: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cs typeface="Arial" panose="020B0604020202020204" pitchFamily="34" charset="0"/>
              </a:rPr>
              <a:t>Takes user input for name, roll number, marks, section, and semester.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cs typeface="Arial" panose="020B0604020202020204" pitchFamily="34" charset="0"/>
              </a:rPr>
              <a:t>Appends the record to the file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Code 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Student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newStudent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"Enter name: ";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cin.ignore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// Clear the input buffer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cin.getline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(newStudent.name,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sizeof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(newStudent.name));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99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586585"/>
            <a:ext cx="7543800" cy="1207008"/>
          </a:xfrm>
        </p:spPr>
        <p:txBody>
          <a:bodyPr/>
          <a:lstStyle/>
          <a:p>
            <a:r>
              <a:rPr lang="en-US" i="1" dirty="0"/>
              <a:t>Display Records Function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8966" y="1350110"/>
            <a:ext cx="80933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Functionality: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Reads records from the file and displays them in a tabular format.</a:t>
            </a:r>
          </a:p>
          <a:p>
            <a:endParaRPr lang="en-US" dirty="0"/>
          </a:p>
          <a:p>
            <a:r>
              <a:rPr lang="en-US" b="1" dirty="0"/>
              <a:t>Code example :</a:t>
            </a:r>
          </a:p>
          <a:p>
            <a:r>
              <a:rPr lang="en-US" dirty="0"/>
              <a:t>while (</a:t>
            </a:r>
            <a:r>
              <a:rPr lang="en-US" dirty="0" err="1"/>
              <a:t>inFile</a:t>
            </a:r>
            <a:r>
              <a:rPr lang="en-US" dirty="0"/>
              <a:t> &gt;&gt; currentStudent.name &gt;&gt; </a:t>
            </a:r>
            <a:r>
              <a:rPr lang="en-US" dirty="0" err="1"/>
              <a:t>currentStudent.rollNo</a:t>
            </a:r>
            <a:r>
              <a:rPr lang="en-US" dirty="0"/>
              <a:t> &gt;&gt; </a:t>
            </a:r>
            <a:r>
              <a:rPr lang="en-US" dirty="0" err="1"/>
              <a:t>currentStudent.marks</a:t>
            </a:r>
            <a:r>
              <a:rPr lang="en-US" dirty="0"/>
              <a:t>&gt;&gt; </a:t>
            </a:r>
            <a:r>
              <a:rPr lang="en-US" dirty="0" err="1"/>
              <a:t>currentStudent.section</a:t>
            </a:r>
            <a:r>
              <a:rPr lang="en-US" dirty="0"/>
              <a:t> &gt;&gt;</a:t>
            </a:r>
            <a:r>
              <a:rPr lang="en-US" dirty="0" err="1"/>
              <a:t>currentStudent.semester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setw</a:t>
            </a:r>
            <a:r>
              <a:rPr lang="en-US" dirty="0"/>
              <a:t>(20) &lt;&lt; currentStudent.name &lt;&lt; </a:t>
            </a:r>
            <a:r>
              <a:rPr lang="en-US" dirty="0" err="1"/>
              <a:t>setw</a:t>
            </a:r>
            <a:r>
              <a:rPr lang="en-US" dirty="0"/>
              <a:t>(15) &lt;&lt; </a:t>
            </a:r>
            <a:r>
              <a:rPr lang="en-US" dirty="0" err="1"/>
              <a:t>currentStudent.rollNo</a:t>
            </a:r>
            <a:r>
              <a:rPr lang="en-US" dirty="0"/>
              <a:t> &lt;&lt; </a:t>
            </a:r>
            <a:r>
              <a:rPr lang="en-US" dirty="0" err="1"/>
              <a:t>setw</a:t>
            </a:r>
            <a:r>
              <a:rPr lang="en-US" dirty="0"/>
              <a:t>(10) &lt;&lt; </a:t>
            </a:r>
            <a:r>
              <a:rPr lang="en-US" dirty="0" err="1"/>
              <a:t>currentStudent.marks</a:t>
            </a:r>
            <a:endParaRPr lang="en-US" dirty="0"/>
          </a:p>
          <a:p>
            <a:r>
              <a:rPr lang="en-US" dirty="0"/>
              <a:t>             &lt;&lt; </a:t>
            </a:r>
            <a:r>
              <a:rPr lang="en-US" dirty="0" err="1"/>
              <a:t>setw</a:t>
            </a:r>
            <a:r>
              <a:rPr lang="en-US" dirty="0"/>
              <a:t>(10) &lt;&lt; </a:t>
            </a:r>
            <a:r>
              <a:rPr lang="en-US" dirty="0" err="1"/>
              <a:t>currentStudent.section</a:t>
            </a:r>
            <a:r>
              <a:rPr lang="en-US" dirty="0"/>
              <a:t> &lt;&lt; </a:t>
            </a:r>
            <a:r>
              <a:rPr lang="en-US" dirty="0" err="1"/>
              <a:t>setw</a:t>
            </a:r>
            <a:r>
              <a:rPr lang="en-US" dirty="0"/>
              <a:t>(10) &lt;&lt; </a:t>
            </a:r>
            <a:r>
              <a:rPr lang="en-US" dirty="0" err="1"/>
              <a:t>currentStudent.semester</a:t>
            </a:r>
            <a:r>
              <a:rPr lang="en-US" dirty="0"/>
              <a:t> &lt;&lt; "\n";</a:t>
            </a:r>
          </a:p>
        </p:txBody>
      </p:sp>
    </p:spTree>
    <p:extLst>
      <p:ext uri="{BB962C8B-B14F-4D97-AF65-F5344CB8AC3E}">
        <p14:creationId xmlns:p14="http://schemas.microsoft.com/office/powerpoint/2010/main" val="270148882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586585"/>
            <a:ext cx="7543800" cy="1207008"/>
          </a:xfrm>
        </p:spPr>
        <p:txBody>
          <a:bodyPr>
            <a:normAutofit/>
          </a:bodyPr>
          <a:lstStyle/>
          <a:p>
            <a:r>
              <a:rPr lang="en-US" sz="3200" i="1" dirty="0"/>
              <a:t>Console Representation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80" y="1960930"/>
            <a:ext cx="6413609" cy="244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1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690" y="0"/>
            <a:ext cx="7543800" cy="1207008"/>
          </a:xfrm>
        </p:spPr>
        <p:txBody>
          <a:bodyPr/>
          <a:lstStyle/>
          <a:p>
            <a:r>
              <a:rPr lang="en-US" i="1" dirty="0"/>
              <a:t>Modify Record Function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21" y="666348"/>
            <a:ext cx="7329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Functionality: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Takes a roll number as input and allows the user to modify the corresponding record.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926FB-4083-D5F3-3A66-C3629E5F5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490" y="2419045"/>
            <a:ext cx="5092962" cy="232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310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1C881C-459A-3FCA-EE78-E8581DC86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59" y="433879"/>
            <a:ext cx="8490239" cy="381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5339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60" y="213848"/>
            <a:ext cx="7543800" cy="1207008"/>
          </a:xfrm>
        </p:spPr>
        <p:txBody>
          <a:bodyPr/>
          <a:lstStyle/>
          <a:p>
            <a:r>
              <a:rPr lang="en-US" i="1" dirty="0"/>
              <a:t>Delete Record Function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1670" y="975381"/>
            <a:ext cx="7482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Functionality: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Takes a roll number as input and deletes the corresponding record.</a:t>
            </a:r>
          </a:p>
          <a:p>
            <a:endParaRPr lang="en-US" dirty="0"/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Code example 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CB7FE-D5D9-16CD-3730-30DF787D78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71"/>
          <a:stretch/>
        </p:blipFill>
        <p:spPr>
          <a:xfrm>
            <a:off x="472027" y="2452709"/>
            <a:ext cx="8199945" cy="235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5535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Example record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1670" y="1570482"/>
            <a:ext cx="70244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Name: John Doe</a:t>
            </a:r>
          </a:p>
          <a:p>
            <a:pPr lvl="2"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Roll No: 101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Marks: 85.5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Section: A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Semester: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31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81" y="553998"/>
            <a:ext cx="7543800" cy="1207008"/>
          </a:xfrm>
        </p:spPr>
        <p:txBody>
          <a:bodyPr/>
          <a:lstStyle/>
          <a:p>
            <a:r>
              <a:rPr lang="en-US" i="1" dirty="0"/>
              <a:t>File handling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02385" y="1544840"/>
            <a:ext cx="66710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8145" y="1474575"/>
            <a:ext cx="650530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program utilizes file handling to store and retrieve student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file (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student_records.txt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is opened in append mode for adding reco</a:t>
            </a:r>
            <a:r>
              <a:rPr lang="en-US" sz="1400" dirty="0">
                <a:solidFill>
                  <a:srgbClr val="374151"/>
                </a:solidFill>
                <a:latin typeface="Söhne"/>
              </a:rPr>
              <a:t>rd.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Söhne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171" b="81248"/>
          <a:stretch/>
        </p:blipFill>
        <p:spPr>
          <a:xfrm>
            <a:off x="1976015" y="2991390"/>
            <a:ext cx="5191970" cy="13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2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Conclusion</a:t>
            </a:r>
            <a:r>
              <a:rPr lang="en-US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2386" y="1502815"/>
            <a:ext cx="71291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Easy-to-use &amp; user Friendly interface.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Records are securely stored in a text file for lasting accessibility.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Comprehensive features include adding, displaying, modifying,   and deleting student records.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C++ code is modular and well-organized, enhancing readability and maintainability.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Clear prompts and instructions ensure a smooth and user-friendly experience.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program offers a basic user authentication system.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Login &amp; Sign Up feature</a:t>
            </a:r>
            <a:endParaRPr lang="en-US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594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i="1" dirty="0"/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375" y="1960930"/>
            <a:ext cx="335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question and doubt…!</a:t>
            </a:r>
          </a:p>
        </p:txBody>
      </p:sp>
    </p:spTree>
    <p:extLst>
      <p:ext uri="{BB962C8B-B14F-4D97-AF65-F5344CB8AC3E}">
        <p14:creationId xmlns:p14="http://schemas.microsoft.com/office/powerpoint/2010/main" val="2279038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75" y="1044700"/>
            <a:ext cx="748254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i="1" dirty="0">
                <a:latin typeface="Bahnschrift Light" panose="020B0502040204020203" pitchFamily="34" charset="0"/>
              </a:rPr>
              <a:t>Success is not just about making the right choices; it's about learning from the wrong ones. </a:t>
            </a:r>
          </a:p>
          <a:p>
            <a:endParaRPr lang="en-US" i="1" dirty="0">
              <a:latin typeface="Bahnschrift Light" panose="020B0502040204020203" pitchFamily="34" charset="0"/>
            </a:endParaRPr>
          </a:p>
          <a:p>
            <a:r>
              <a:rPr lang="en-US" i="1" dirty="0">
                <a:latin typeface="Bahnschrift Light" panose="020B0502040204020203" pitchFamily="34" charset="0"/>
              </a:rPr>
              <a:t>Keep coding with passion.</a:t>
            </a:r>
          </a:p>
          <a:p>
            <a:endParaRPr lang="en-US" dirty="0"/>
          </a:p>
          <a:p>
            <a:r>
              <a:rPr lang="en-US" sz="4000" i="1" dirty="0"/>
              <a:t>                              Thank you!"</a:t>
            </a:r>
          </a:p>
        </p:txBody>
      </p:sp>
    </p:spTree>
    <p:extLst>
      <p:ext uri="{BB962C8B-B14F-4D97-AF65-F5344CB8AC3E}">
        <p14:creationId xmlns:p14="http://schemas.microsoft.com/office/powerpoint/2010/main" val="2300876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484</Words>
  <Application>Microsoft Office PowerPoint</Application>
  <PresentationFormat>On-screen Show (16:9)</PresentationFormat>
  <Paragraphs>101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Unicode MS</vt:lpstr>
      <vt:lpstr>Bahnschrift Light</vt:lpstr>
      <vt:lpstr>Calibri</vt:lpstr>
      <vt:lpstr>Georgia</vt:lpstr>
      <vt:lpstr>Söhne</vt:lpstr>
      <vt:lpstr>Trebuchet MS</vt:lpstr>
      <vt:lpstr>Wingdings</vt:lpstr>
      <vt:lpstr>Wood Type</vt:lpstr>
      <vt:lpstr>Student record management system </vt:lpstr>
      <vt:lpstr>Introduction </vt:lpstr>
      <vt:lpstr>Program flowchart</vt:lpstr>
      <vt:lpstr>Login / SignUp</vt:lpstr>
      <vt:lpstr>Menu Options </vt:lpstr>
      <vt:lpstr>Add Record Function </vt:lpstr>
      <vt:lpstr>Display Records Function </vt:lpstr>
      <vt:lpstr>Console Representation</vt:lpstr>
      <vt:lpstr>Modify Record Function </vt:lpstr>
      <vt:lpstr>PowerPoint Presentation</vt:lpstr>
      <vt:lpstr>Delete Record Function </vt:lpstr>
      <vt:lpstr>Example record </vt:lpstr>
      <vt:lpstr>File handling </vt:lpstr>
      <vt:lpstr>Conclusion </vt:lpstr>
      <vt:lpstr>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2024-01-29T23:10:57Z</dcterms:modified>
</cp:coreProperties>
</file>